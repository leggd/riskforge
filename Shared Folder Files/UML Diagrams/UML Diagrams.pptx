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A440BE-43D3-43D6-938C-A7D6F12C8629}" v="1" dt="2026-02-04T15:50:28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GG, DANIEL (Student)" userId="fbbce588-30e0-40f9-a9ef-9035eaaeb278" providerId="ADAL" clId="{8A3F0BF1-5038-44E3-9A24-6B351B6B2CF2}"/>
    <pc:docChg chg="addSld modSld">
      <pc:chgData name="LEGG, DANIEL (Student)" userId="fbbce588-30e0-40f9-a9ef-9035eaaeb278" providerId="ADAL" clId="{8A3F0BF1-5038-44E3-9A24-6B351B6B2CF2}" dt="2026-02-03T13:50:23.015" v="11" actId="20577"/>
      <pc:docMkLst>
        <pc:docMk/>
      </pc:docMkLst>
      <pc:sldChg chg="addSp delSp modSp new mod">
        <pc:chgData name="LEGG, DANIEL (Student)" userId="fbbce588-30e0-40f9-a9ef-9035eaaeb278" providerId="ADAL" clId="{8A3F0BF1-5038-44E3-9A24-6B351B6B2CF2}" dt="2026-02-03T13:50:23.015" v="11" actId="20577"/>
        <pc:sldMkLst>
          <pc:docMk/>
          <pc:sldMk cId="3431966723" sldId="257"/>
        </pc:sldMkLst>
      </pc:sldChg>
    </pc:docChg>
  </pc:docChgLst>
  <pc:docChgLst>
    <pc:chgData name="BASHIR, DANYAAL (Student)" userId="c4dc3675-7ee8-4aa8-b569-6695dc8d862b" providerId="ADAL" clId="{CA9553AF-81A3-4463-B21A-FF97A09779CA}"/>
    <pc:docChg chg="undo custSel modSld">
      <pc:chgData name="BASHIR, DANYAAL (Student)" userId="c4dc3675-7ee8-4aa8-b569-6695dc8d862b" providerId="ADAL" clId="{CA9553AF-81A3-4463-B21A-FF97A09779CA}" dt="2026-02-05T13:20:12.440" v="245" actId="20577"/>
      <pc:docMkLst>
        <pc:docMk/>
      </pc:docMkLst>
      <pc:sldChg chg="addSp delSp modSp mod">
        <pc:chgData name="BASHIR, DANYAAL (Student)" userId="c4dc3675-7ee8-4aa8-b569-6695dc8d862b" providerId="ADAL" clId="{CA9553AF-81A3-4463-B21A-FF97A09779CA}" dt="2026-02-05T13:20:12.440" v="245" actId="20577"/>
        <pc:sldMkLst>
          <pc:docMk/>
          <pc:sldMk cId="2586058810" sldId="256"/>
        </pc:sldMkLst>
        <pc:spChg chg="add del mod">
          <ac:chgData name="BASHIR, DANYAAL (Student)" userId="c4dc3675-7ee8-4aa8-b569-6695dc8d862b" providerId="ADAL" clId="{CA9553AF-81A3-4463-B21A-FF97A09779CA}" dt="2026-02-05T13:20:12.440" v="245" actId="20577"/>
          <ac:spMkLst>
            <pc:docMk/>
            <pc:sldMk cId="2586058810" sldId="256"/>
            <ac:spMk id="3" creationId="{D93898FE-62CD-7099-BD20-F3D9445BB96B}"/>
          </ac:spMkLst>
        </pc:spChg>
      </pc:sldChg>
    </pc:docChg>
  </pc:docChgLst>
  <pc:docChgLst>
    <pc:chgData name="LEGG, DANIEL (Student)" userId="fbbce588-30e0-40f9-a9ef-9035eaaeb278" providerId="ADAL" clId="{98BED3B5-54CA-4F69-AC59-7455EFF34439}"/>
    <pc:docChg chg="custSel addSld delSld modSld">
      <pc:chgData name="LEGG, DANIEL (Student)" userId="fbbce588-30e0-40f9-a9ef-9035eaaeb278" providerId="ADAL" clId="{98BED3B5-54CA-4F69-AC59-7455EFF34439}" dt="2026-02-04T15:50:45.257" v="10" actId="47"/>
      <pc:docMkLst>
        <pc:docMk/>
      </pc:docMkLst>
      <pc:sldChg chg="del">
        <pc:chgData name="LEGG, DANIEL (Student)" userId="fbbce588-30e0-40f9-a9ef-9035eaaeb278" providerId="ADAL" clId="{98BED3B5-54CA-4F69-AC59-7455EFF34439}" dt="2026-02-04T15:50:45.257" v="10" actId="47"/>
        <pc:sldMkLst>
          <pc:docMk/>
          <pc:sldMk cId="3431966723" sldId="257"/>
        </pc:sldMkLst>
      </pc:sldChg>
      <pc:sldChg chg="addSp delSp modSp add del mod">
        <pc:chgData name="LEGG, DANIEL (Student)" userId="fbbce588-30e0-40f9-a9ef-9035eaaeb278" providerId="ADAL" clId="{98BED3B5-54CA-4F69-AC59-7455EFF34439}" dt="2026-02-04T15:50:44.571" v="9" actId="47"/>
        <pc:sldMkLst>
          <pc:docMk/>
          <pc:sldMk cId="2702424527" sldId="258"/>
        </pc:sldMkLst>
        <pc:spChg chg="add del mod">
          <ac:chgData name="LEGG, DANIEL (Student)" userId="fbbce588-30e0-40f9-a9ef-9035eaaeb278" providerId="ADAL" clId="{98BED3B5-54CA-4F69-AC59-7455EFF34439}" dt="2026-02-04T15:50:28.348" v="2"/>
          <ac:spMkLst>
            <pc:docMk/>
            <pc:sldMk cId="2702424527" sldId="258"/>
            <ac:spMk id="5" creationId="{A6741612-3DD5-D6E3-FED7-673241F15B9A}"/>
          </ac:spMkLst>
        </pc:spChg>
        <pc:spChg chg="add mod">
          <ac:chgData name="LEGG, DANIEL (Student)" userId="fbbce588-30e0-40f9-a9ef-9035eaaeb278" providerId="ADAL" clId="{98BED3B5-54CA-4F69-AC59-7455EFF34439}" dt="2026-02-04T15:50:41.808" v="8" actId="478"/>
          <ac:spMkLst>
            <pc:docMk/>
            <pc:sldMk cId="2702424527" sldId="258"/>
            <ac:spMk id="10" creationId="{90A74DF6-8AA4-19C2-89A5-543BC382F29B}"/>
          </ac:spMkLst>
        </pc:spChg>
        <pc:picChg chg="del">
          <ac:chgData name="LEGG, DANIEL (Student)" userId="fbbce588-30e0-40f9-a9ef-9035eaaeb278" providerId="ADAL" clId="{98BED3B5-54CA-4F69-AC59-7455EFF34439}" dt="2026-02-04T15:50:28.137" v="1" actId="478"/>
          <ac:picMkLst>
            <pc:docMk/>
            <pc:sldMk cId="2702424527" sldId="258"/>
            <ac:picMk id="6" creationId="{B580E5BD-E344-C1A4-DEE0-63B33E6A4034}"/>
          </ac:picMkLst>
        </pc:picChg>
        <pc:picChg chg="add del mod">
          <ac:chgData name="LEGG, DANIEL (Student)" userId="fbbce588-30e0-40f9-a9ef-9035eaaeb278" providerId="ADAL" clId="{98BED3B5-54CA-4F69-AC59-7455EFF34439}" dt="2026-02-04T15:50:41.808" v="8" actId="478"/>
          <ac:picMkLst>
            <pc:docMk/>
            <pc:sldMk cId="2702424527" sldId="258"/>
            <ac:picMk id="8" creationId="{445B9DED-523B-51E5-09BB-075256EC58F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/>
              <a:t>Diagrams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898FE-62CD-7099-BD20-F3D9445BB96B}"/>
              </a:ext>
            </a:extLst>
          </p:cNvPr>
          <p:cNvSpPr txBox="1"/>
          <p:nvPr/>
        </p:nvSpPr>
        <p:spPr>
          <a:xfrm>
            <a:off x="348049" y="5047271"/>
            <a:ext cx="3865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Daniel – sequence diagrams </a:t>
            </a:r>
          </a:p>
          <a:p>
            <a:r>
              <a:rPr lang="en-GB" sz="1200" dirty="0"/>
              <a:t>Reece – wireframes</a:t>
            </a:r>
          </a:p>
          <a:p>
            <a:r>
              <a:rPr lang="en-GB" sz="1200" dirty="0"/>
              <a:t>Cieran- user </a:t>
            </a:r>
            <a:r>
              <a:rPr lang="en-GB" sz="1200" dirty="0" err="1"/>
              <a:t>pesonas</a:t>
            </a:r>
            <a:r>
              <a:rPr lang="en-GB" sz="1200"/>
              <a:t> </a:t>
            </a:r>
          </a:p>
          <a:p>
            <a:r>
              <a:rPr lang="en-GB" sz="1200" dirty="0"/>
              <a:t>Declan – use case </a:t>
            </a:r>
          </a:p>
          <a:p>
            <a:r>
              <a:rPr lang="en-GB" sz="1200" dirty="0" err="1"/>
              <a:t>Danyaal</a:t>
            </a:r>
            <a:r>
              <a:rPr lang="en-GB" sz="1200" dirty="0"/>
              <a:t>- </a:t>
            </a:r>
            <a:r>
              <a:rPr lang="en-GB" sz="1200" dirty="0" err="1"/>
              <a:t>erd</a:t>
            </a:r>
            <a:r>
              <a:rPr lang="en-GB" sz="1200" dirty="0"/>
              <a:t> </a:t>
            </a:r>
          </a:p>
          <a:p>
            <a:r>
              <a:rPr lang="en-GB" sz="1200" dirty="0"/>
              <a:t>Lad- class diagram 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{985E0FCC-DAE1-4AE7-AA5B-B24085588D9D}TF7521aafa-c748-4c40-a498-ba511be234dc5b1b6097_win32-5039330bb2f3</Template>
  <TotalTime>0</TotalTime>
  <Words>21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Tenorite</vt:lpstr>
      <vt:lpstr>Custom</vt:lpstr>
      <vt:lpstr>Diagrams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BASHIR, DANYAAL (Student)</dc:creator>
  <cp:lastModifiedBy>BASHIR, DANYAAL (Student)</cp:lastModifiedBy>
  <cp:revision>1</cp:revision>
  <dcterms:created xsi:type="dcterms:W3CDTF">2026-01-29T13:24:23Z</dcterms:created>
  <dcterms:modified xsi:type="dcterms:W3CDTF">2026-02-05T13:20:18Z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