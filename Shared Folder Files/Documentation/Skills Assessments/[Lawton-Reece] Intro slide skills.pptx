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1BFF-6D0C-C570-F4F9-1EC404D4F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8D47A-55ED-E615-8BF7-AC3F6D859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4016-3753-CD1F-DB53-63646B3D1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123D-246D-4709-9C7C-5D0D04EDAC9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588BE-BE64-C988-C79E-F3E83C553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FCB65-3E7B-50CE-6DF7-17B219DD4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E0777-9083-4783-BB14-FB47471EFA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8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9EDC7-A67B-A30E-114C-D19DAAB8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460D8-DF06-6545-4C5E-9C1F0FA2F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32BE6-1AC2-E1BD-B4C7-3D3566F49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123D-246D-4709-9C7C-5D0D04EDAC9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BECF4-E98B-76B6-4938-F5F6BB030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49637-1CA5-0A87-3931-172B1B6B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E0777-9083-4783-BB14-FB47471EFA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6577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80032-DE37-1AC7-445F-3A87F15FE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E783E-15F7-7639-7468-FF91C3743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0A9B9-A87F-029A-989A-5D37FAA8E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123D-246D-4709-9C7C-5D0D04EDAC9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65C30-6D35-1C86-CD2B-8487B4A09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F641A-07D8-A33D-7DF7-8BA9BFCEA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E0777-9083-4783-BB14-FB47471EFA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244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2CCB-7E59-8747-BEBA-212900922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F0869-DCB1-41E1-779C-6638CCA8D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B489E-3F0B-D4DA-DE78-433A0B99E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821BB-8CB3-E59B-7D13-76B03938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123D-246D-4709-9C7C-5D0D04EDAC9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32AD0-76A1-0E75-601E-2AC77F9C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FC7F5-17B1-F17E-9F85-07DA87E9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E0777-9083-4783-BB14-FB47471EFA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77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EF20-B535-808F-8906-1A1B392CF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E6B3-7985-8D95-0BC2-25BFBB362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748A9-8D3D-BDA6-B5B5-C98C8B5A5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F30C5-2D67-A0E4-09B8-80DB9D0B6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14FD9-2FDA-36E2-697D-D4E532E88B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8A292-A2DA-95B3-219E-F033664D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123D-246D-4709-9C7C-5D0D04EDAC9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0E415-7EB8-CB1E-4D9A-DF2907037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AF648-D715-A942-3254-E0754AFA6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E0777-9083-4783-BB14-FB47471EFA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42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83DDE-1B32-BF2F-E210-F996E05B2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3A5EB-94C9-569D-795E-8967F72D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123D-246D-4709-9C7C-5D0D04EDAC9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4CE02-0FEE-C5DF-7420-C37ED1AA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1E0A9-D12D-E794-6CFD-782EDE76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E0777-9083-4783-BB14-FB47471EFA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32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41D759-0402-FC9A-9D8C-5BB2F890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123D-246D-4709-9C7C-5D0D04EDAC9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0B6F9-BBDB-66D8-C5C5-B57CA5F6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70642-C79B-B4E1-D12E-1773BB176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E0777-9083-4783-BB14-FB47471EFA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797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F3A6-5141-ACC8-E27E-A981BBB3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CB706-2549-32BA-6F9B-B4E4A6BBA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583B4-B334-CC0A-C39F-1BDE00D16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E5BE3-DAAA-FEFC-9653-D8CB41466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123D-246D-4709-9C7C-5D0D04EDAC9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DAA54-310B-4961-F344-6E603A33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C35BB-0D70-62F3-FB15-5CED0322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E0777-9083-4783-BB14-FB47471EFA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11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13EF-F6EA-8DD6-BED7-240E794B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B2631-2335-0CF3-E1A0-D8AA386240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F4AD8-2F0D-AA4F-B85C-10499D7CB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6A563-426D-7029-1DAD-AA54CB7AA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123D-246D-4709-9C7C-5D0D04EDAC9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3ABC5-D8FD-554E-DE49-1E32242E5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AEA9D-44D8-2C80-E06A-3117A778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E0777-9083-4783-BB14-FB47471EFA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788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6796-AABD-1CE8-AD2C-82054128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79CD5-39F7-F55A-BBBC-A87A85402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EF992-0667-989B-A513-1260A23D8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123D-246D-4709-9C7C-5D0D04EDAC9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A8084-C52C-AA64-E308-3366F5B73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23EDA-F8E1-C9F2-E047-05E8F3AB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E0777-9083-4783-BB14-FB47471EFA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79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1C24CF-F7DA-0A73-DECC-56CD4328A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B5D8E-93E5-364C-A97B-6C8EC29AD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5AE49-12D3-7097-FCA2-776972EB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123D-246D-4709-9C7C-5D0D04EDAC9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64759-109F-2DCC-D8AC-584242435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F8374-F653-859E-820F-BDF865ADD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E0777-9083-4783-BB14-FB47471EFA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93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D1691B-829B-B8D9-E551-766E5287E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D340F-D4C7-E6CC-9D9D-9A1589205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12063-DBBC-2880-A12A-B6DC349D5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1123D-246D-4709-9C7C-5D0D04EDAC9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93509-2CC3-9870-44F4-2A48D9999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9A399-F7D8-4D29-FA04-F3093264B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E0777-9083-4783-BB14-FB47471EFA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074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B160-8AFD-19CC-E541-A40A8E08A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067347" y="218941"/>
            <a:ext cx="9144000" cy="2387600"/>
          </a:xfrm>
        </p:spPr>
        <p:txBody>
          <a:bodyPr/>
          <a:lstStyle/>
          <a:p>
            <a:r>
              <a:rPr lang="en-GB" dirty="0"/>
              <a:t>Reece Lawton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26000-E5E5-6324-CF95-22628008D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613" y="2998240"/>
            <a:ext cx="9144000" cy="165576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Skills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Strengths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Weaknesses</a:t>
            </a:r>
          </a:p>
        </p:txBody>
      </p:sp>
    </p:spTree>
    <p:extLst>
      <p:ext uri="{BB962C8B-B14F-4D97-AF65-F5344CB8AC3E}">
        <p14:creationId xmlns:p14="http://schemas.microsoft.com/office/powerpoint/2010/main" val="4006375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A52E9-680E-3E48-82A1-1E3694D71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Strengths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D655-E384-29A1-1C6F-D269A50D4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599" y="2101786"/>
            <a:ext cx="10515600" cy="2187916"/>
          </a:xfrm>
        </p:spPr>
        <p:txBody>
          <a:bodyPr/>
          <a:lstStyle/>
          <a:p>
            <a:r>
              <a:rPr lang="en-GB" dirty="0"/>
              <a:t>I can provide and brainstorm ideas</a:t>
            </a:r>
          </a:p>
          <a:p>
            <a:r>
              <a:rPr lang="en-GB" dirty="0"/>
              <a:t>Consider user requirements and how they can be adapted</a:t>
            </a:r>
          </a:p>
          <a:p>
            <a:r>
              <a:rPr lang="en-GB" dirty="0"/>
              <a:t>Collaborate in a team</a:t>
            </a:r>
          </a:p>
          <a:p>
            <a:r>
              <a:rPr lang="en-GB" dirty="0"/>
              <a:t>Provide evidence of my work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703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60021-5DCB-CC19-D4B8-8F5414A55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9FF20-29EF-C4F8-DB3B-364044E9B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depth knowledge of security risks and cyber security concerns</a:t>
            </a:r>
          </a:p>
          <a:p>
            <a:r>
              <a:rPr lang="en-GB" dirty="0"/>
              <a:t>Draft and create visual concepts and diagrams. </a:t>
            </a:r>
          </a:p>
          <a:p>
            <a:r>
              <a:rPr lang="en-GB" dirty="0"/>
              <a:t>Writing and evidence support </a:t>
            </a:r>
          </a:p>
        </p:txBody>
      </p:sp>
    </p:spTree>
    <p:extLst>
      <p:ext uri="{BB962C8B-B14F-4D97-AF65-F5344CB8AC3E}">
        <p14:creationId xmlns:p14="http://schemas.microsoft.com/office/powerpoint/2010/main" val="3848728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598A-41E3-0F71-243C-FB9E84CD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C222E-A1C0-1101-E970-96E61821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Coding and scripting</a:t>
            </a:r>
          </a:p>
          <a:p>
            <a:r>
              <a:rPr lang="en-GB"/>
              <a:t>SQL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17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58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Reece Lawton</vt:lpstr>
      <vt:lpstr>Strengths</vt:lpstr>
      <vt:lpstr>Skills</vt:lpstr>
      <vt:lpstr>Weaknesses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LAWTON, REECE (Student)</dc:creator>
  <cp:lastModifiedBy>LAWTON, REECE (Student)</cp:lastModifiedBy>
  <cp:revision>1</cp:revision>
  <dcterms:created xsi:type="dcterms:W3CDTF">2026-01-26T16:51:30Z</dcterms:created>
  <dcterms:modified xsi:type="dcterms:W3CDTF">2026-01-26T17:47:17Z</dcterms:modified>
</cp:coreProperties>
</file>